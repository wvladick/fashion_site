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0"/>
  </p:notesMasterIdLst>
  <p:sldIdLst>
    <p:sldId id="256" r:id="rId2"/>
    <p:sldId id="257" r:id="rId3"/>
    <p:sldId id="270" r:id="rId4"/>
    <p:sldId id="269" r:id="rId5"/>
    <p:sldId id="260" r:id="rId6"/>
    <p:sldId id="271" r:id="rId7"/>
    <p:sldId id="261" r:id="rId8"/>
    <p:sldId id="268" r:id="rId9"/>
  </p:sldIdLst>
  <p:sldSz cx="12192000" cy="6858000"/>
  <p:notesSz cx="6858000" cy="9144000"/>
  <p:embeddedFontLst>
    <p:embeddedFont>
      <p:font typeface="Gilroy Bold" panose="00000800000000000000" charset="-52"/>
      <p:bold r:id="rId11"/>
    </p:embeddedFont>
    <p:embeddedFont>
      <p:font typeface="Verdana" panose="020B0604030504040204" pitchFamily="34" charset="0"/>
      <p:regular r:id="rId12"/>
      <p:bold r:id="rId13"/>
      <p:italic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Gilroy Medium" panose="00000600000000000000" charset="-52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02.10.2025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78" y="5438319"/>
            <a:ext cx="2860213" cy="1608870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-114300" y="6237515"/>
            <a:ext cx="972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02.10.2025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02.10.2025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02.10.2025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02.10.2025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02.10.2025</a:t>
            </a:fld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02.10.2025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02.10.2025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02.10.2025</a:t>
            </a:fld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-57750" y="6286500"/>
            <a:ext cx="9612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>
            <a:off x="-57750" y="6286500"/>
            <a:ext cx="9612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ment-philips-proxy-briefing.trycloudflare.com/shop/items/?cat=sergi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243028"/>
            <a:ext cx="10087276" cy="1762805"/>
          </a:xfrm>
        </p:spPr>
        <p:txBody>
          <a:bodyPr>
            <a:noAutofit/>
          </a:bodyPr>
          <a:lstStyle/>
          <a:p>
            <a:r>
              <a:rPr lang="ru-RU" sz="4000" dirty="0"/>
              <a:t>Проект по созданию сайта интернет-магазина украшений ручной работы «Your Beauty»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14400" y="4074809"/>
            <a:ext cx="10087276" cy="1128562"/>
          </a:xfrm>
        </p:spPr>
        <p:txBody>
          <a:bodyPr>
            <a:normAutofit/>
          </a:bodyPr>
          <a:lstStyle/>
          <a:p>
            <a:r>
              <a:rPr lang="ru-RU" sz="2800" dirty="0"/>
              <a:t>Группа 241-326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119B9D89-D038-D1D8-E327-CAF3348FF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2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7381A50E-FA4C-DC2D-152B-32DFF76B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Цели, задачи и ожидаемые результаты проекта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232070F-6986-F217-1413-971B875756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65339"/>
            <a:ext cx="107192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Цель: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создать сайт интернет-магазина украшений ручной работы «Your Beauty».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Задачи: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дизайн/UX, вёрстка и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фронтенд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бэкенд с БД, тестирование, документация, коммуникации.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Ожидаемый результат: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рабочий сайт + комплект артефактов (дизайн, код, тест-доки, отчёт).</a:t>
            </a:r>
          </a:p>
        </p:txBody>
      </p:sp>
    </p:spTree>
    <p:extLst>
      <p:ext uri="{BB962C8B-B14F-4D97-AF65-F5344CB8AC3E}">
        <p14:creationId xmlns:p14="http://schemas.microsoft.com/office/powerpoint/2010/main" val="2489544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 err="1"/>
              <a:t>Команда</a:t>
            </a:r>
            <a:r>
              <a:rPr dirty="0"/>
              <a:t> и </a:t>
            </a:r>
            <a:r>
              <a:rPr dirty="0" err="1"/>
              <a:t>роли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125291"/>
              </p:ext>
            </p:extLst>
          </p:nvPr>
        </p:nvGraphicFramePr>
        <p:xfrm>
          <a:off x="524657" y="1645920"/>
          <a:ext cx="11272602" cy="4452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09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35169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73484">
                <a:tc>
                  <a:txBody>
                    <a:bodyPr/>
                    <a:lstStyle/>
                    <a:p>
                      <a:pPr>
                        <a:defRPr sz="2200" b="1"/>
                      </a:pPr>
                      <a:r>
                        <a:rPr dirty="0" err="1"/>
                        <a:t>Роль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 b="1"/>
                      </a:pPr>
                      <a:r>
                        <a:t>Зона ответственности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6671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rPr dirty="0" err="1"/>
                        <a:t>Лидер</a:t>
                      </a:r>
                      <a:r>
                        <a:rPr dirty="0"/>
                        <a:t> / PM</a:t>
                      </a:r>
                      <a:r>
                        <a:rPr lang="ru-RU" dirty="0"/>
                        <a:t> – </a:t>
                      </a:r>
                      <a:r>
                        <a:rPr lang="ru-RU" dirty="0" err="1"/>
                        <a:t>Крипак</a:t>
                      </a:r>
                      <a:r>
                        <a:rPr lang="ru-RU" dirty="0"/>
                        <a:t> Ксения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Планирование, приоритизация, контакт с заказчиком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6671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rPr dirty="0" err="1"/>
                        <a:t>Аналитик</a:t>
                      </a:r>
                      <a:r>
                        <a:rPr dirty="0"/>
                        <a:t> (BA)</a:t>
                      </a:r>
                      <a:r>
                        <a:rPr lang="ru-RU" dirty="0"/>
                        <a:t> – Пащенко Анастасия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Требования, согласование, протоколирование решений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6671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rPr dirty="0" err="1"/>
                        <a:t>Дизайнер</a:t>
                      </a:r>
                      <a:r>
                        <a:rPr dirty="0"/>
                        <a:t> (UX/UI)</a:t>
                      </a:r>
                      <a:r>
                        <a:rPr lang="ru-RU" dirty="0"/>
                        <a:t> – Марущак Анастасия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Макеты, гайдлайны, визуальная иерархия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6671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rPr dirty="0"/>
                        <a:t>Frontend</a:t>
                      </a:r>
                      <a:r>
                        <a:rPr lang="ru-RU" dirty="0"/>
                        <a:t> – Кузнецов Никита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Вёрстка, компоненты, интеграция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3484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rPr dirty="0"/>
                        <a:t>Backend</a:t>
                      </a:r>
                      <a:r>
                        <a:rPr lang="ru-RU" dirty="0"/>
                        <a:t> – </a:t>
                      </a:r>
                      <a:r>
                        <a:rPr lang="ru-RU" dirty="0" err="1"/>
                        <a:t>Крипак</a:t>
                      </a:r>
                      <a:r>
                        <a:rPr lang="ru-RU" dirty="0"/>
                        <a:t> Ксения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Логика, БД, безопасность, тесты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26671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rPr dirty="0" err="1"/>
                        <a:t>Техписатель</a:t>
                      </a:r>
                      <a:r>
                        <a:rPr dirty="0"/>
                        <a:t> / QA</a:t>
                      </a:r>
                      <a:r>
                        <a:rPr lang="ru-RU" dirty="0"/>
                        <a:t> – Усанов Владислав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rPr dirty="0" err="1"/>
                        <a:t>Документация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чек-листы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сценарии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тестирования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F98028FA-BA8A-298B-4BD9-94EFC179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4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E63D716F-9E50-183A-78C5-05DB2999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Входные и выходные данные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18DFF841-7750-EC25-074A-ABAF3C4CF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  <a:defRPr sz="2400"/>
            </a:pPr>
            <a:r>
              <a:rPr lang="ru-RU" sz="2000" b="1" dirty="0" smtClean="0"/>
              <a:t>Входные данные:</a:t>
            </a:r>
            <a:endParaRPr lang="ru-RU" sz="2000" dirty="0" smtClean="0"/>
          </a:p>
          <a:p>
            <a:pPr>
              <a:defRPr sz="2400"/>
            </a:pPr>
            <a:r>
              <a:rPr lang="ru-RU" sz="2000" dirty="0" smtClean="0"/>
              <a:t>количество задач план</a:t>
            </a:r>
          </a:p>
          <a:p>
            <a:pPr>
              <a:defRPr sz="2400"/>
            </a:pPr>
            <a:r>
              <a:rPr lang="ru-RU" sz="2000" dirty="0" smtClean="0"/>
              <a:t>количество задач факт</a:t>
            </a:r>
          </a:p>
          <a:p>
            <a:pPr>
              <a:defRPr sz="2400"/>
            </a:pPr>
            <a:r>
              <a:rPr lang="ru-RU" sz="2000" dirty="0" smtClean="0"/>
              <a:t>количество задач выполненных вовремя</a:t>
            </a:r>
          </a:p>
          <a:p>
            <a:pPr>
              <a:defRPr sz="2400"/>
            </a:pPr>
            <a:r>
              <a:rPr lang="ru-RU" sz="2000" dirty="0" smtClean="0"/>
              <a:t>качество выполненных задач (1-5)</a:t>
            </a:r>
          </a:p>
          <a:p>
            <a:pPr>
              <a:defRPr sz="2400"/>
            </a:pPr>
            <a:r>
              <a:rPr lang="ru-RU" sz="2000" dirty="0" smtClean="0"/>
              <a:t>обратная связь (1/5)</a:t>
            </a:r>
          </a:p>
          <a:p>
            <a:pPr>
              <a:defRPr sz="2400"/>
            </a:pPr>
            <a:endParaRPr lang="ru-RU" sz="2000" dirty="0" smtClean="0"/>
          </a:p>
          <a:p>
            <a:pPr>
              <a:defRPr sz="2400"/>
            </a:pPr>
            <a:endParaRPr lang="ru-RU" sz="2000" dirty="0" smtClean="0"/>
          </a:p>
          <a:p>
            <a:pPr marL="0" indent="0">
              <a:buNone/>
              <a:defRPr sz="2400"/>
            </a:pPr>
            <a:r>
              <a:rPr lang="ru-RU" sz="2000" b="1" dirty="0" smtClean="0"/>
              <a:t>Выходные данные:</a:t>
            </a:r>
          </a:p>
          <a:p>
            <a:pPr>
              <a:defRPr sz="2400"/>
            </a:pPr>
            <a:r>
              <a:rPr lang="ru-RU" sz="2000" dirty="0" smtClean="0"/>
              <a:t>количество задач план на всех</a:t>
            </a:r>
          </a:p>
          <a:p>
            <a:pPr>
              <a:defRPr sz="2400"/>
            </a:pPr>
            <a:r>
              <a:rPr lang="ru-RU" sz="2000" dirty="0" smtClean="0"/>
              <a:t>количество задач факт на всех</a:t>
            </a:r>
          </a:p>
          <a:p>
            <a:pPr>
              <a:defRPr sz="2400"/>
            </a:pPr>
            <a:r>
              <a:rPr lang="ru-RU" sz="2000" dirty="0" smtClean="0"/>
              <a:t>% задач вовремя на всех</a:t>
            </a:r>
          </a:p>
          <a:p>
            <a:pPr>
              <a:defRPr sz="2400"/>
            </a:pPr>
            <a:r>
              <a:rPr lang="ru-RU" sz="2000" dirty="0" smtClean="0"/>
              <a:t>Средний </a:t>
            </a:r>
            <a:r>
              <a:rPr lang="en-US" sz="2000" dirty="0" smtClean="0"/>
              <a:t>KPI </a:t>
            </a:r>
            <a:r>
              <a:rPr lang="ru-RU" sz="2000" dirty="0" smtClean="0"/>
              <a:t>команды</a:t>
            </a:r>
          </a:p>
          <a:p>
            <a:pPr>
              <a:defRPr sz="2400"/>
            </a:pPr>
            <a:r>
              <a:rPr lang="en-US" sz="2000" dirty="0" smtClean="0"/>
              <a:t>KPI </a:t>
            </a:r>
            <a:r>
              <a:rPr lang="ru-RU" sz="2000" dirty="0" smtClean="0"/>
              <a:t>каждого участника</a:t>
            </a:r>
          </a:p>
        </p:txBody>
      </p:sp>
    </p:spTree>
    <p:extLst>
      <p:ext uri="{BB962C8B-B14F-4D97-AF65-F5344CB8AC3E}">
        <p14:creationId xmlns:p14="http://schemas.microsoft.com/office/powerpoint/2010/main" val="1698690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5EB46B2F-953E-AA77-DCD7-44CAB493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1DD433C2-732D-AB3F-9D8F-0E2B2951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Результаты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8D98A4D5-8FF2-02F9-A12C-DD67B8321D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609868"/>
            <a:ext cx="10224541" cy="348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1800" b="1" i="0" u="none" strike="noStrike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Метрика (ТОП‑5)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7958"/>
            <a:ext cx="8349783" cy="441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159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/>
            </a:pPr>
            <a:r>
              <a:rPr lang="ru-RU" sz="4000" dirty="0"/>
              <a:t>Результат командной работы</a:t>
            </a:r>
            <a:endParaRPr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C5AC56E-FEC0-91D2-AE48-3548751F0516}"/>
              </a:ext>
            </a:extLst>
          </p:cNvPr>
          <p:cNvSpPr txBox="1"/>
          <p:nvPr/>
        </p:nvSpPr>
        <p:spPr>
          <a:xfrm>
            <a:off x="1870815" y="2736502"/>
            <a:ext cx="84503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hlinkClick r:id="rId2"/>
              </a:rPr>
              <a:t>https://judgment-philips-proxy-briefing.trycloudflare.com/shop/items/?cat=sergi</a:t>
            </a:r>
            <a:endParaRPr lang="ru-RU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EFCF6D18-44FD-89B8-54FF-BC58E9A6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7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10D10231-7094-F917-C08E-8DEB1E8D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Рекомендации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94167F98-18B9-6905-4C55-9AE734A315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38512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Использовать ясную, однозначную лексику без избыточного официоза и канцелярита.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Оперативные вопросы решать в коротких неформальных взаимодействиях (устно/мессенджер).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Проводить ежедневные краткие синхронизации (до 10 мин): цель → статус →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блокеры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Меньше узконаправленных задач, соответствующих профилю, повышают процент и качество их выполнения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Формировать «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safe-to-fail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» среду: ошибки рассматриваются как источник улучшений.</a:t>
            </a:r>
          </a:p>
        </p:txBody>
      </p:sp>
    </p:spTree>
    <p:extLst>
      <p:ext uri="{BB962C8B-B14F-4D97-AF65-F5344CB8AC3E}">
        <p14:creationId xmlns:p14="http://schemas.microsoft.com/office/powerpoint/2010/main" val="3657197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xmlns="" id="{F2B93605-CF6A-964C-1B22-34E2669D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8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92FF2246-A0AA-D6F1-C3D1-71351ED0A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0" y="2424078"/>
            <a:ext cx="8877300" cy="1135517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1696229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 (1)</Template>
  <TotalTime>762</TotalTime>
  <Words>282</Words>
  <Application>Microsoft Office PowerPoint</Application>
  <PresentationFormat>Широкоэкранный</PresentationFormat>
  <Paragraphs>53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Gilroy Bold</vt:lpstr>
      <vt:lpstr>Verdana</vt:lpstr>
      <vt:lpstr>Calibri</vt:lpstr>
      <vt:lpstr>Gilroy Medium</vt:lpstr>
      <vt:lpstr>Тема2</vt:lpstr>
      <vt:lpstr>Проект по созданию сайта интернет-магазина украшений ручной работы «Your Beauty»</vt:lpstr>
      <vt:lpstr>Цели, задачи и ожидаемые результаты проекта</vt:lpstr>
      <vt:lpstr>Команда и роли</vt:lpstr>
      <vt:lpstr>Входные и выходные данные</vt:lpstr>
      <vt:lpstr>Результаты</vt:lpstr>
      <vt:lpstr>Результат командной работы</vt:lpstr>
      <vt:lpstr>Рекомендации</vt:lpstr>
      <vt:lpstr>Спасибо за внимание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Выбор оптимального варианта монитора для ПК</dc:title>
  <dc:creator>кс мяу</dc:creator>
  <cp:lastModifiedBy>Marta</cp:lastModifiedBy>
  <cp:revision>25</cp:revision>
  <dcterms:created xsi:type="dcterms:W3CDTF">2024-12-18T18:45:21Z</dcterms:created>
  <dcterms:modified xsi:type="dcterms:W3CDTF">2025-10-02T07:05:57Z</dcterms:modified>
</cp:coreProperties>
</file>